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C54218"/>
                </a:solidFill>
                <a:latin typeface="Arial"/>
              </a:defRPr>
            </a:pPr>
            <a:r>
              <a:t>Problem Statement ID : 26090</a:t>
            </a:r>
            <a:endParaRPr lang="en-US" dirty="0"/>
          </a:p>
          <a:p>
            <a:pPr>
              <a:spcAft>
                <a:spcPts val="500"/>
              </a:spcAft>
              <a:defRPr sz="1200" b="0">
                <a:solidFill>
                  <a:srgbClr val="1C1917"/>
                </a:solidFill>
                <a:latin typeface="Arial"/>
              </a:defRPr>
            </a:pPr>
            <a:r>
              <a:t>Problem Statement Title : AI-Powered Virtual Business Manager for Marginalized Artisans</a:t>
            </a:r>
          </a:p>
          <a:p>
            <a:pPr>
              <a:spcAft>
                <a:spcPts val="500"/>
              </a:spcAft>
              <a:defRPr sz="1200" b="0">
                <a:solidFill>
                  <a:srgbClr val="1C1917"/>
                </a:solidFill>
                <a:latin typeface="Arial"/>
              </a:defRPr>
            </a:pPr>
            <a:r>
              <a:t>Ministry / Organization : Ministry of Social Justice and Empowerment (MoSJE)</a:t>
            </a:r>
          </a:p>
          <a:p>
            <a:pPr>
              <a:spcAft>
                <a:spcPts val="500"/>
              </a:spcAft>
              <a:defRPr sz="1200" b="0">
                <a:solidFill>
                  <a:srgbClr val="1C1917"/>
                </a:solidFill>
                <a:latin typeface="Arial"/>
              </a:defRPr>
            </a:pPr>
            <a:r>
              <a:t>Theme : Heritage &amp; Culture / Inclusive Economic Empowerment</a:t>
            </a:r>
          </a:p>
          <a:p>
            <a:pPr>
              <a:spcAft>
                <a:spcPts val="500"/>
              </a:spcAft>
              <a:defRPr sz="1200" b="0">
                <a:solidFill>
                  <a:srgbClr val="1C1917"/>
                </a:solidFill>
                <a:latin typeface="Arial"/>
              </a:defRPr>
            </a:pPr>
            <a:r>
              <a:t>PS Category : Software</a:t>
            </a:r>
          </a:p>
          <a:p>
            <a:pPr>
              <a:spcAft>
                <a:spcPts val="500"/>
              </a:spcAft>
              <a:defRPr sz="1200" b="0">
                <a:solidFill>
                  <a:srgbClr val="1C1917"/>
                </a:solidFill>
                <a:latin typeface="Arial"/>
              </a:defRPr>
            </a:pPr>
            <a:r>
              <a:t>Team ID : SIH2026-XXXX (Insert Registered Portal ID)</a:t>
            </a:r>
          </a:p>
          <a:p>
            <a:pPr>
              <a:spcAft>
                <a:spcPts val="500"/>
              </a:spcAft>
              <a:defRPr sz="1200" b="1">
                <a:solidFill>
                  <a:srgbClr val="C54218"/>
                </a:solidFill>
                <a:latin typeface="Arial"/>
              </a:defRPr>
            </a:pPr>
            <a:r>
              <a:t>Team Name : Team CodeKarigars</a:t>
            </a:r>
          </a:p>
          <a:p>
            <a:pPr>
              <a:spcAft>
                <a:spcPts val="500"/>
              </a:spcAft>
              <a:defRPr sz="1200" b="1">
                <a:solidFill>
                  <a:srgbClr val="C54218"/>
                </a:solidFill>
                <a:latin typeface="Arial"/>
              </a:defRPr>
            </a:pPr>
            <a:r>
              <a:t>Idea / Product Title : KalaKart (कलाकार्ट) — Voice AI Virtual Business Manager, TrendRadar &amp; 5-Market Publisher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b="1">
                <a:solidFill>
                  <a:srgbClr val="C54218"/>
                </a:solidFill>
              </a:defRPr>
            </a:pPr>
            <a:r>
              <a:t>IDEA TITLE: KALAKART (कलाकार्ट)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v"/>
              <a:defRPr b="1" sz="1200">
                <a:solidFill>
                  <a:srgbClr val="C54218"/>
                </a:solidFill>
              </a:defRPr>
            </a:pPr>
            <a:r>
              <a:t>1. Proposed Solution &amp; Working Prototype (What is KalaKart?)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200"/>
              </a:spcAft>
              <a:defRPr sz="950"/>
            </a:pPr>
            <a:r>
              <a:t>• Voice-First AI Virtual Business Manager: Rural artisans speak naturally in colloquial Hindi/regional dialects on a lightweight PWA (&lt;2MB) without filling complex 40-field English e-commerce forms.</a:t>
            </a:r>
          </a:p>
          <a:p>
            <a:pPr>
              <a:spcAft>
                <a:spcPts val="200"/>
              </a:spcAft>
              <a:defRPr sz="950"/>
            </a:pPr>
            <a:r>
              <a:t>• 4K AI Studio Canvas: Auto-removes cluttered workshop backgrounds (rembg AI) and centers crafts on a clean 1080p canvas watermarked with the official MoSJE Digital Authenticity &amp; GI Tag Seal.</a:t>
            </a:r>
          </a:p>
          <a:p>
            <a:pPr>
              <a:spcAft>
                <a:spcPts val="200"/>
              </a:spcAft>
              <a:defRPr sz="950"/>
            </a:pPr>
            <a:r>
              <a:t>• 'शिल्प रुझान' (AI Craft TrendRadar): Category-specific real-time demand forecaster advising artisans on top-selling motifs (Zari Lotus, Ajrakh prints), color swatches, and upcoming festive surges to eliminate dead stock.</a:t>
            </a:r>
          </a:p>
          <a:p>
            <a:pPr>
              <a:spcAft>
                <a:spcPts val="200"/>
              </a:spcAft>
              <a:defRPr sz="950"/>
            </a:pPr>
            <a:r>
              <a:t>• 1-Click Universal 5-Marketplace Publisher: Auto-generates listing feeds for Amazon Karigar (ASIN), Flipkart Samarth (FSN), GeM (The Saras Collection), Etsy Global ($USD), and ONDC (Beckn JSON).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b="1" sz="1200">
                <a:solidFill>
                  <a:srgbClr val="C54218"/>
                </a:solidFill>
              </a:defRPr>
            </a:pPr>
            <a:r>
              <a:t>2. How It Addresses the Problem Statement (MoSJE Challenge)</a:t>
            </a:r>
          </a:p>
          <a:p>
            <a:pPr>
              <a:spcAft>
                <a:spcPts val="200"/>
              </a:spcAft>
              <a:defRPr sz="950"/>
            </a:pPr>
            <a:r>
              <a:t>• Eliminates 85% Middleman Margin Siphoning: Connects illiterate/marginalized artisans directly to 100M+ e-commerce buyers with zero intermediary cut.</a:t>
            </a:r>
          </a:p>
          <a:p>
            <a:pPr>
              <a:spcAft>
                <a:spcPts val="200"/>
              </a:spcAft>
              <a:defRPr sz="950"/>
            </a:pPr>
            <a:r>
              <a:t>• Direct-to-Artisan Bank Settlement: P2P dynamic UPI QR codes and live cross-screen order sync settle 100% of customer payments directly into the artisan's Aadhaar-linked bank account.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b="1" sz="1200">
                <a:solidFill>
                  <a:srgbClr val="C54218"/>
                </a:solidFill>
              </a:defRPr>
            </a:pPr>
            <a:r>
              <a:t>3. Innovation &amp; Novelty (Key Differentiators)</a:t>
            </a:r>
          </a:p>
          <a:p>
            <a:pPr>
              <a:spcAft>
                <a:spcPts val="200"/>
              </a:spcAft>
              <a:defRPr sz="950"/>
            </a:pPr>
            <a:r>
              <a:t>• 'सौदा रक्षक' (Bargaining Shield): Algorithmic negotiation guard evaluating buyer discount offers against statutory living wages (Material + Hours x Rs 100/hr + Packaging); gives polite Hindi voice counter-offers.</a:t>
            </a:r>
          </a:p>
          <a:p>
            <a:pPr>
              <a:spcAft>
                <a:spcPts val="200"/>
              </a:spcAft>
              <a:defRPr sz="950"/>
            </a:pPr>
            <a:r>
              <a:t>• 'शिल्प रुझान' (Market Demand Forecaster): Translates urban search velocity into simple Devanagari audio advice telling artisans what colors and styles to weave before spending raw materials.</a:t>
            </a:r>
          </a:p>
          <a:p>
            <a:pPr>
              <a:spcAft>
                <a:spcPts val="200"/>
              </a:spcAft>
              <a:defRPr sz="950"/>
            </a:pPr>
            <a:r>
              <a:t>• 'शिल्प सखी' (Shilpi) AI Voice Companion: Native Devanagari voice assistant guiding artisans aloud regarding PM Vishwakarma Rs 15,000 toolkit incentives and free mela stall bookings.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Team CodeKarigars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54218"/>
                </a:solidFill>
              </a:defRPr>
            </a:pPr>
            <a:r>
              <a:t>TECHNICAL APPROACH &amp;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200"/>
              </a:spcAft>
              <a:buFont typeface="Arial" panose="020B0604020202020204" pitchFamily="34" charset="0"/>
              <a:buChar char="•"/>
              <a:defRPr b="1" sz="1200">
                <a:solidFill>
                  <a:srgbClr val="C54218"/>
                </a:solidFill>
              </a:defRPr>
            </a:pPr>
            <a:r>
              <a:t>1. Technology Stack &amp; Frameworks</a:t>
            </a:r>
          </a:p>
          <a:p>
            <a:pPr>
              <a:spcAft>
                <a:spcPts val="200"/>
              </a:spcAft>
              <a:defRPr sz="950"/>
            </a:pPr>
            <a:r>
              <a:t>• Client Layer (Artisan PWA): Ultra-lightweight Progressive Web App (&lt;2MB) built with HTML5, Tailwind CSS, Web Speech API (speech-to-text), and WebRTC camera capture.</a:t>
            </a:r>
          </a:p>
          <a:p>
            <a:pPr>
              <a:spcAft>
                <a:spcPts val="200"/>
              </a:spcAft>
              <a:defRPr sz="950"/>
            </a:pPr>
            <a:r>
              <a:t>• Backend &amp; API Gateway: FastAPI async ASGI microservices in Python 3.11, SQLAlchemy ORM, and Pydantic v2 strict frozen data contracts.</a:t>
            </a:r>
          </a:p>
          <a:p>
            <a:pPr>
              <a:spcAft>
                <a:spcPts val="200"/>
              </a:spcAft>
              <a:defRPr sz="950"/>
            </a:pPr>
            <a:r>
              <a:t>• AI Vision &amp; Generative LLM: rembg (U2-Net AI background removal), PIL image compositing, Groq Llama-3.3 70B (bilingual catalog generation), and gTTS (native Hindi speech synthesis).</a:t>
            </a:r>
          </a:p>
          <a:p>
            <a:pPr>
              <a:spcAft>
                <a:spcPts val="200"/>
              </a:spcAft>
              <a:defRPr sz="950"/>
            </a:pPr>
            <a:r>
              <a:t>• Market Intelligence &amp; Protocols: Craft Trend Intelligence Engine, Beckn Protocol JSON (ONDC Network Node), Amazon SP-API schema, ReportLab (A4 Mela Standee PDF), and qrcode (Dynamic UPI QR).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b="1" sz="1200">
                <a:solidFill>
                  <a:srgbClr val="C54218"/>
                </a:solidFill>
              </a:defRPr>
            </a:pPr>
            <a:r>
              <a:t>2. Implementation Methodology &amp; 5-Step Pipeline Workflow</a:t>
            </a:r>
          </a:p>
          <a:p>
            <a:pPr>
              <a:spcAft>
                <a:spcPts val="200"/>
              </a:spcAft>
              <a:defRPr sz="950"/>
            </a:pPr>
            <a:r>
              <a:t>• Step 1 (Input): Artisan captures 1 photo &amp; speaks 1 sentence in Hindi ('Banarasi dupatta, 2 din lage, 350 raw material').</a:t>
            </a:r>
          </a:p>
          <a:p>
            <a:pPr>
              <a:spcAft>
                <a:spcPts val="200"/>
              </a:spcAft>
              <a:defRPr sz="950"/>
            </a:pPr>
            <a:r>
              <a:t>• Step 2 (AI Studio &amp; Catalog): Vision model removes mud workshop background; Groq generates bilingual title &amp; heritage story; gTTS speaks price aloud in Hindi.</a:t>
            </a:r>
          </a:p>
          <a:p>
            <a:pPr>
              <a:spcAft>
                <a:spcPts val="200"/>
              </a:spcAft>
              <a:defRPr sz="950"/>
            </a:pPr>
            <a:r>
              <a:t>• Step 3 (TrendRadar &amp; Ethical Pricing): Computes Cost Floor = Material + (Hours x Rs 100/hr) + Packaging; benchmarks against category price sweet spots.</a:t>
            </a:r>
          </a:p>
          <a:p>
            <a:pPr>
              <a:spcAft>
                <a:spcPts val="200"/>
              </a:spcAft>
              <a:defRPr sz="950"/>
            </a:pPr>
            <a:r>
              <a:t>• Step 4 (Multi-Channel Dispatch): Generates ASIN for Amazon Karigar, FSN for Flipkart, GeM tender payload, Etsy USD price ($), and ONDC JSON.</a:t>
            </a:r>
          </a:p>
          <a:p>
            <a:pPr>
              <a:spcAft>
                <a:spcPts val="200"/>
              </a:spcAft>
              <a:defRPr sz="950"/>
            </a:pPr>
            <a:r>
              <a:t>• Step 5 (Live Commerce Sync): Dual-screen live booth demonstrates customer buying on Paytm/Amazon and instant UPI order chime on artisan phone.</a:t>
            </a:r>
          </a:p>
          <a:p>
            <a:pPr>
              <a:spcBef>
                <a:spcPts val="300"/>
              </a:spcBef>
              <a:defRPr b="1" sz="1100">
                <a:solidFill>
                  <a:srgbClr val="166534"/>
                </a:solidFill>
              </a:defRPr>
            </a:pPr>
            <a:r>
              <a:t>3. Prototype Verification Status: 12/12 Automated End-to-End Tests Passed (100% Green)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Team CodeKarigars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54218"/>
                </a:solidFill>
              </a:defRPr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200">
                <a:solidFill>
                  <a:srgbClr val="C54218"/>
                </a:solidFill>
              </a:defRPr>
            </a:pPr>
            <a:r>
              <a:t>1. Feasibility Analysis (Technical, Operational &amp; Commercial)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200"/>
              </a:spcAft>
              <a:defRPr sz="950"/>
            </a:pPr>
            <a:r>
              <a:t>• Technical Feasibility: Lightweight PWA (&lt;2MB) runs smoothly on budget Rs 6,000 smartphones with low 2G/3G connectivity; sub-second AI inference using Groq LPU; offline mock fallback mode guarantees 100% uptime.</a:t>
            </a:r>
          </a:p>
          <a:p>
            <a:pPr>
              <a:spcAft>
                <a:spcPts val="200"/>
              </a:spcAft>
              <a:defRPr sz="950"/>
            </a:pPr>
            <a:r>
              <a:t>• Operational Feasibility: Designed for existing village ecosystems—operable via Common Service Centers (CSCs), PM Vishwakarma training centres, and cluster self-help groups (SHGs).</a:t>
            </a:r>
          </a:p>
          <a:p>
            <a:pPr>
              <a:spcAft>
                <a:spcPts val="200"/>
              </a:spcAft>
              <a:defRPr sz="950"/>
            </a:pPr>
            <a:r>
              <a:t>• Commercial Viability: 0% middleman commission model; zero capital barrier for artisans; sustainable via nominal institutional licensing to state handicraft corporations (KVIC, TRIFED, CCIC).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b="1" sz="1200">
                <a:solidFill>
                  <a:srgbClr val="C54218"/>
                </a:solidFill>
              </a:defRPr>
            </a:pPr>
            <a:r>
              <a:t>2. Potential Challenges, Risks &amp; Strategic Mitigation Strategies</a:t>
            </a:r>
          </a:p>
          <a:p>
            <a:pPr>
              <a:spcAft>
                <a:spcPts val="200"/>
              </a:spcAft>
              <a:defRPr sz="950"/>
            </a:pPr>
            <a:r>
              <a:t>• Challenge 1 (Illiteracy &amp; Dialects): 100% voice-first interface with 1-tap craft presets; Whisper multilingual STT models + Hindi voice readout so artisans never have to read text.</a:t>
            </a:r>
          </a:p>
          <a:p>
            <a:pPr>
              <a:spcAft>
                <a:spcPts val="200"/>
              </a:spcAft>
              <a:defRPr sz="950"/>
            </a:pPr>
            <a:r>
              <a:t>• Challenge 2 (GST &amp; Banking): Leveraging the landmark Oct 1, 2023 GST Council Notification (No. 34/2023) granting PAN-based e-commerce exemption under Rs 40 Lakh turnover + MoSJE Master Aggregator Model (TRIFED).</a:t>
            </a:r>
          </a:p>
          <a:p>
            <a:pPr>
              <a:spcAft>
                <a:spcPts val="200"/>
              </a:spcAft>
              <a:defRPr sz="950"/>
            </a:pPr>
            <a:r>
              <a:t>• Challenge 3 (Dead Stock &amp; Inventory Risk): 'शिल्प रुझान' (AI TrendRadar) guides artisans 6-8 weeks ahead of festivals regarding high-demand motifs, fast-clearing price brackets, and trending colors.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Team CodeKarigars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54218"/>
                </a:solidFill>
              </a:defRPr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200">
                <a:solidFill>
                  <a:srgbClr val="C54218"/>
                </a:solidFill>
              </a:defRPr>
            </a:pPr>
            <a:r>
              <a:t>1. Target Audience &amp; Coverage (MoSJE Direct Beneficiaries)</a:t>
            </a:r>
          </a:p>
          <a:p>
            <a:pPr>
              <a:spcAft>
                <a:spcPts val="200"/>
              </a:spcAft>
              <a:defRPr sz="950"/>
            </a:pPr>
            <a:r>
              <a:t>• 7+ Million Traditional Artisans &amp; Weavers under PM Vishwakarma and PM-DAKSH schemes across 18 notified traditional trades (potters, weavers, blacksmiths, sculptors, toy makers).</a:t>
            </a:r>
          </a:p>
          <a:p>
            <a:pPr>
              <a:spcAft>
                <a:spcPts val="200"/>
              </a:spcAft>
              <a:defRPr sz="950"/>
            </a:pPr>
            <a:r>
              <a:t>• 60%+ Representation from Marginalized Communities: Scheduled Castes (SC), Scheduled Tribes (ST), OBCs, and rural women Self-Help Groups (SHGs).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b="1" sz="1200">
                <a:solidFill>
                  <a:srgbClr val="C54218"/>
                </a:solidFill>
              </a:defRPr>
            </a:pPr>
            <a:r>
              <a:t>2. Multidimensional Societal, Economic &amp; Cultural Benefits</a:t>
            </a:r>
          </a:p>
          <a:p>
            <a:pPr>
              <a:spcAft>
                <a:spcPts val="200"/>
              </a:spcAft>
              <a:defRPr sz="950"/>
            </a:pPr>
            <a:r>
              <a:t>• Economic Empowerment: Direct 3x to 5x jump in artisan household income by bypassing trader cartels; diverts an estimated Rs 40,000+/month of middleman margin directly into artisan bank accounts.</a:t>
            </a:r>
          </a:p>
          <a:p>
            <a:pPr>
              <a:spcAft>
                <a:spcPts val="200"/>
              </a:spcAft>
              <a:defRPr sz="950"/>
            </a:pPr>
            <a:r>
              <a:t>• Demand-Driven Production: +45% inventory turnover via 'शिल्प रुझान' TrendRadar, slashing unsold dead stock from 35% to under 5%.</a:t>
            </a:r>
          </a:p>
          <a:p>
            <a:pPr>
              <a:spcAft>
                <a:spcPts val="200"/>
              </a:spcAft>
              <a:defRPr sz="950"/>
            </a:pPr>
            <a:r>
              <a:t>• Social Dignity &amp; Anti-Exploitation: 'सौदा रक्षक' prevents predatory buyer haggling, ensuring artisans never sell below statutory skilled daily wages; halts distress rural-to-urban labor migration.</a:t>
            </a:r>
          </a:p>
          <a:p>
            <a:pPr>
              <a:spcAft>
                <a:spcPts val="200"/>
              </a:spcAft>
              <a:defRPr sz="950"/>
            </a:pPr>
            <a:r>
              <a:t>• Cultural Heritage &amp; GI Tag Protection: Official MoSJE Digital Authenticity watermark protects 500-year-old Indian handloom heritage against cheap machine-made synthetic counterfeits.</a:t>
            </a:r>
          </a:p>
          <a:p>
            <a:pPr>
              <a:spcAft>
                <a:spcPts val="200"/>
              </a:spcAft>
              <a:defRPr sz="950"/>
            </a:pPr>
            <a:r>
              <a:t>• 4% Government Procurement Quota (GeM): Formats artisan crafts for The Saras Collection on GeM, enabling Central Ministries and PSUs to fulfill their mandated 4% procurement quota under GFR Rule 149.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Team CodeKarigars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54218"/>
                </a:solidFill>
              </a:defRPr>
            </a:pPr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200">
                <a:solidFill>
                  <a:srgbClr val="C54218"/>
                </a:solidFill>
              </a:defRPr>
            </a:pPr>
            <a:r>
              <a:t>1. Government Policies, Legal Frameworks &amp; Gazette Notifications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200"/>
              </a:spcAft>
              <a:defRPr sz="950"/>
            </a:pPr>
            <a:r>
              <a:t>• Ministry of Finance &amp; GST Council Notification No. 34/2023-Central Tax (Oct 1, 2023): Landmark exemption granting unregistered artisans/sellers under Rs 40 Lakh turnover the legal right to sell on e-commerce without GSTIN via PAN enrolment ID.</a:t>
            </a:r>
          </a:p>
          <a:p>
            <a:pPr>
              <a:spcAft>
                <a:spcPts val="200"/>
              </a:spcAft>
              <a:defRPr sz="950"/>
            </a:pPr>
            <a:r>
              <a:t>• General Financial Rules (GFR) 2017 - Rule 149: Public Procurement Policy mandating 4% of total procurement by Central Ministries/PSUs from SC/ST and marginalized enterprises via GeM.</a:t>
            </a:r>
          </a:p>
          <a:p>
            <a:pPr>
              <a:spcAft>
                <a:spcPts val="200"/>
              </a:spcAft>
              <a:defRPr sz="950"/>
            </a:pPr>
            <a:r>
              <a:t>• Ministry of Social Justice &amp; Empowerment (MoSJE): PM Vishwakarma &amp; PM-DAKSH Scheme Operational Guidelines (Skill training, Rs 15,000 toolkit voucher, 5% subsidized collateral-free loans).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b="1" sz="1200">
                <a:solidFill>
                  <a:srgbClr val="C54218"/>
                </a:solidFill>
              </a:defRPr>
            </a:pPr>
            <a:r>
              <a:t>2. E-Commerce Specifications, Industry Standards &amp; Literature</a:t>
            </a:r>
          </a:p>
          <a:p>
            <a:pPr>
              <a:spcAft>
                <a:spcPts val="200"/>
              </a:spcAft>
              <a:defRPr sz="950"/>
            </a:pPr>
            <a:r>
              <a:t>• ONDC (Open Network for Digital Commerce) Specifications: Beckn Protocol v0.9.3 Retail Open API Specification for decentralized search, catalog discovery, and settlement.</a:t>
            </a:r>
          </a:p>
          <a:p>
            <a:pPr>
              <a:spcAft>
                <a:spcPts val="200"/>
              </a:spcAft>
              <a:defRPr sz="950"/>
            </a:pPr>
            <a:r>
              <a:t>• Amazon Selling Partner API (SP-API): Listings Items API v2021-08-01 Schema for HANDMADE_PRODUCT &amp; Amazon Karigar MoU framework.</a:t>
            </a:r>
          </a:p>
          <a:p>
            <a:pPr>
              <a:spcAft>
                <a:spcPts val="200"/>
              </a:spcAft>
              <a:defRPr sz="950"/>
            </a:pPr>
            <a:r>
              <a:t>• Market Demand Velocity &amp; Predictive Retail Modeling: Analysis of seasonal keyword query volumes across Amazon Karigar &amp; Etsy Search APIs.</a:t>
            </a:r>
          </a:p>
          <a:p>
            <a:pPr>
              <a:spcAft>
                <a:spcPts val="200"/>
              </a:spcAft>
              <a:defRPr sz="950"/>
            </a:pPr>
            <a:r>
              <a:t>• All India Handloom &amp; Handicrafts Census (Ministry of Textiles): Survey on artisan household debt, middleman commission leakage, and lack of digital market linkages.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Team CodeKarigars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